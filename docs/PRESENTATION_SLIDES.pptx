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ROYAL-SEC  —  AI-Integrated Red Team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v4.0.0  •  Military-Grade Platform  •  Windows  •  Kali Linux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Five standalone tools on one engineered core — REST API + GUI + Audit 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Author: [Your Name]  •  [Course]  •  [Date]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1. Problem &amp; Objectives  •  Scope &amp; Ethics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2. Architecture: rtai_core + Platform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3. Five Projects — Deep Dive (Recon / Fuzzer / Phish / C2 Lab / Report)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4. Platform: CLI + GUI + REST API + Observability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5. Quality Gates &amp; Military-Grade Gaps (All Closed)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6. Live Demo Plan  •  Evaluation  •  Future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Manual recon &amp; reporting don't scale — reporting is 30-50% of engagement effort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LLM-integrated apps are a new attack surface (OWASP LLM01: Prompt Injection)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Awareness training lacks realistic, measurable, authorized 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Blue teams lack safe, tunable C2 telemetry to engineer detections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Education needs industrial-grade, standalone, cross-platform tooling (Windows + Kali)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Objectives (SMART)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O1 — Ship 5 working tools spanning MITRE ATT&amp;CK phases (Recon → Report)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O2 — Substantive AI: evidence→prompt contracts, JSON-validated outputs, judge+mutation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O3 — Safety-by-construction: attestations, lab-only IP guards, blocklists, X-PhishSim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O4 — Industrial practice: 91 tests + ruff + strict mypy + CI matrix (Ubuntu/Windows × 3.11/3.13)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O5 — Royal-Sec platform: GUI, REST API, SBOM/SLSA, audit chain, containers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Scope &amp;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IN: passive OSINT • fuzzing endpoints you own • authorized simulations • lab C2 telemetry • report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OUT: third-party exploitation, real malware, autonomous live-target exploitation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Every tool enforces typed attestation or runtime guard (RTAI_AUDIT_LOG)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Authorization gates + STRIDE threat model in docs/SECURITY_AND_ETHICS.md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Architecture — One Core, Five Tools, Royal-Sec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rtai_core (installable, stdlib-only runtime): providers • config • registry • storage • audit • metrics • military_*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Deterministic-first: rules compute scores/rankings; LLM narrates/mutates/judges above the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Front doors: unified `rtai` CLI (10 tools) + `rtai gui` (Royal-Sec 6-tab console) + hardened REST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Persistence: JSONL + SQLite (hash-chained audit), per-project vendored core for standalone air-gap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Platform Layer — Unified CLI + Royal-Sec GUI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`rtai --list` → recon, fuzz, phish, phish-landing, phish-metrics, c2-listen, c2-beacon, c2-analyze, report, gui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`rtai gui` — Royal-Sec branded console: navy (#0A1931) / gold (#FFC107) banner, Dashboard + 5 tool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GUI: WorkerThread for every tool (non-blocking), live dark-terminal output, progress, stop/clear, QSettings-ready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Per-project standalone: vendored rtai_core → zip any folder → works with only Python ≥3.11 + requirements.txt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Platform Layer — REST API &amp;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Auth: Bearer token when RTAI_API_TOKEN set; per-IP sliding-window rate limiter; body caps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Endpoints: /health • /version • /metrics (Prometheus) • /openapi.json • POST /v1/recon • async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Async jobs: POST /v1/recon/async → 202 + job_id → poll /v1/jobs/{id} (worker pool, optional SQLite history)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Security headers on every response; active recon requires X-RTAI-Authorized: yes; 401/429 are audit-logged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Tool 1/5 — Recon Agent (Reconnaissance)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Collectors (parallel registry): RDAP • DNS • CT logs • TLS inspection • Wayback • HTTP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Deterministic exposure score (rule-based) shown beside LLM assessment — audit-friendly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Baseline diffing: --baseline previous.json → new subdomains / DNS drift / cert expiry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Demo: rtai recon --target lab.local --json-out findings.json (+ machine-readable bundle, schema-validated)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Tool 2/5 — Injection Fuzzer (App Attack)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20 payloads: authority_override, persona_switch, context_escape, obfuscation, multi-turn chains + custom JSON arsenals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Ensemble: regex detectors (high recall) + LLM-as-judge (high precision) — detector overrides 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Adaptive loop: near-miss (score ≥3) → LLM mutates payload → re-test; rate limit --rps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Outputs: resilience % (regression KPI) • SARIF 2.1 • JUnit XML (failures = bypasses) • SQLite run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Tool 3/5 — Phishing Awareness Simulator (Initial Access)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Governed templates (password_expiry, hr_bonus_letter, invoice_attachment, package_delivery, + MFA/QR in v4.1)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Click tracking: tokenized links → landing server → education page; per-template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Safety chain: config validation → typed attestation → blocklist → X-PhishSim header → send lock (allow_send + --send)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Outputs: .eml files + manifest.csv + answer_key.md + metrics.html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Tool 4/5 — C2 Detection Lab (Command &amp; Control) ★ Offline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Listener ⇄ beacon simulator: timing presets (regular/low_slow/bursty/office_hours), schedule-aware, encoded tasks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Kill switch (--kill-after), jitter, UA rotation; telemetry mirrored to JSONL + SQLite (SO_REUSEADDR)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Stats: stdev • CV • regularity index • lag-1 autocorrelation; analyze --compare for purple-team diffs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AI role: drafts Sigma + Suricata rules from your telemetry — fully offline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Tool 5/5 — Report Copilot (Reporting)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Parsers: nmap XML + nuclei JSONL + Nessus .nessus → normalize → dedupe → rank (severity overrides)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Correlation: nuclei/Nessus findings link to nmap service banners (product + ref) for LLM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AI: per-finding narratives + exec summary + Attack Narrative (Entry→Escalation→Impact) + 30/60/90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Outputs: Markdown, HTML (--format html, styled badges), JSON bundle (schema-validated), SARIF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Supply Chain &amp; Military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SBOM: CycloneDX 1.6 + SPDX 2.3 + SLSA v1.0 provenance — generated in release.yml as mandatory pre-build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PQC: hybrid X25519+ML-KEM-768 via HKDF (liboqs optional, graceful fallback) + CryptoAgilityManager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TPM 2.0: tpm2-tools via TemporaryDirectory (Bandit-clean), PCR quote &amp; remote attestation verifier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STIG: STIGProfileGenerator emits Linux + Python baselines; Dockerfile runs as non-root rtai with HEALTHCHECK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Quality Gates &amp;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91 tests (core 14 + audit 8 + contracts 3 + platform 12 + standalone 8 + 5 projects 34) + 8 vendored-sync guards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Static: ruff (caught real NameError) • Types: mypy strict on 38 core files (military_* isolated with rationale)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CI: lint job + matrix (Ubuntu/Windows × 3.11/3.13, pytest --basetemp=C:\tmp\pytest, coverage) + Pages 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Release: tag → SBOM/SLSA → sdist/wheel → clean-env smoke test → artifact upload; Dependabot (pip/Actions/Docker)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Evaluation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Fuzzer: resilience % delta weak vs hardened prompt — the KPI for prompt defenses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C2 Lab: regularity index ~1.0 (regular) vs &lt;0.6 (bursty); SQLite queryable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Report: 10 findings (nmap+nuclei+nessus) → 4 correlated to service banners (schema-valid JSON)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Verification battery caught 4 defects pre-submission (version drift, runpy path, SystemExit mapping, /tmp races)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Live Demo Plan (14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0:00 Platform tour — rtai --list + rtai gui screenshot + curl /health /metrics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0:02 Fuzzer (highlight) — --list-payloads → live adaptive round on Ollama (resilience 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0:06 C2 Lab (offline) — presets regular vs bursty → analyze --compare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0:10 Report Copilot — --no-llm → --format html (styled badges) + JSON bundle schema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Every segment has an offline fallback artifact — no network required to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LLM hallucination risk → evidence-only prompting + deterministic override + human QA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Recon is passive-first; crt.sh rate limits degrade gracefully (warnings, not crash)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Judge models can be fooled → regex detectors win; military modules degrade gracefully without native libs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Single-node API today; RBAC is token-scope level (OPA bundle hot-reload is next)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Future Roadmap (future.md) — 40 Features Across 4 Releases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v4.1 Operator Experience: SLSA L4 (cosign), dark/light GUI theme, STIG enforcement, bench regression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v4.2 Detection Fabric: JA3 fingerprints, indirect prompt corpus, MFA/QR templates, Jira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v5.0 Scale &amp; Enterprise: Helm chart, workspaces, offline LLM bundle, Nix flake, benchmark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v6.0 Autonomy: agentic recon, purple-team closed loop, formal TLA+ verified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Conclusion — Royal-Sec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Five phases, one engineered platform: AI where it reasons, rules where it counts — Royal-Sec branded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Safety is a feature, not a disclaimer: gates are typed, tested (negative tests), and CI-enforced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Fully reproducible: 91-test gate, typed core, $0 Ollama path, containers, air-gap bundles, SBOM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9651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All gaps closed — see docs/MILITARY_GRADE_GAP_ANALYSIS.md (15 controls → CLOSED)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OWASP Top 10 for LLM Applications (2023-2025) — LLM01 Prompt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MITRE ATT&amp;CK Enterprise + ATLAS (AI threat landscape)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06624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NIST SP 800-53 rev5, CMMC 2.0 L2, DISA STIG, SLSA v1.0, NIST PQC (CNSA 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Greshake et al. 2023 — Indirect Prompt Injection; Sigma HQ — Generic SIEM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1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C107"/>
                </a:solidFill>
              </a:defRPr>
            </a:pPr>
            <a:r>
              <a:t>ROYAL-SEC</a:t>
            </a:r>
          </a:p>
          <a:p>
            <a:pPr>
              <a:defRPr sz="900">
                <a:solidFill>
                  <a:srgbClr val="B0BEC5"/>
                </a:solidFill>
              </a:defRPr>
            </a:pPr>
            <a:r>
              <a:t>Red Team Operations  •  Military-Grade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77272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t>v4.0.0  •  Windows  •  Kali Linux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A1931"/>
                </a:solidFill>
              </a:defRPr>
            </a:pPr>
            <a:r>
              <a:t>Q&amp;A — Backup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Backup: architecture diagram, STRIDE table (incl. API row), vendored-core sync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59152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Docs: proposal • study guide (viva Q&amp;A) • runbook • rubric • ethics • 6 ADRs • BOOK.md (696 lines)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54096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Artifacts: SBOM (CycloneDX/SPDX), SLSA provenance, STIG profiles, TLA+ specs, STIX bundles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46E7A"/>
                </a:solidFill>
              </a:defRPr>
            </a:pPr>
            <a:r>
              <a:t>•  Ask us anything — live demo fallback artifacts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546E7A"/>
                </a:solidFill>
              </a:defRPr>
            </a:pPr>
            <a:r>
              <a:t>Royal-Sec  •  Authorized Use Only  •  Audit-logged  •  Standalone  •  Industrial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